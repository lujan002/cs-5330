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2" autoAdjust="0"/>
    <p:restoredTop sz="94660"/>
  </p:normalViewPr>
  <p:slideViewPr>
    <p:cSldViewPr snapToGrid="0">
      <p:cViewPr varScale="1">
        <p:scale>
          <a:sx n="38" d="100"/>
          <a:sy n="38" d="100"/>
        </p:scale>
        <p:origin x="77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7014-346D-EDE6-BD65-F1272D1B5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D0F82-8479-6DCA-1253-7F18CA576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0DDEB-7AE8-DCDB-9A15-F58B57C7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A8B5-5EAF-8DE1-F9EE-361CB680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77D19-DC3D-CAFA-8B2B-5C1EB27B6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461F-45D5-94F7-8D55-0C5C19F9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AE68-9ABE-267A-25C2-9F1282F5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AB0B-E579-9C7B-B4F8-C5CB82B1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8A871-1237-88B0-1049-B1976708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55A06-5738-E765-8208-FC848D45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4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C28F-BBD2-8869-E3B1-9DA6935E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82339-B35A-8DC5-8364-2315FF355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02E7A-374D-BE7E-C330-740EBDAA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E9A8-FC17-2D46-E2E1-F32312CA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5A44-54C7-DA7C-33F9-97E54548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4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A8A6-34F0-9F76-2329-4653084A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20C6-D140-3A76-5ACB-F1E7022DE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7262E-9617-B3CE-CA31-D05851142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C965A-D776-FE9C-4956-A431E92A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DCEFF-8EDA-7CEA-3964-EBBF5A80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CEFD2-70C3-E351-F9F9-E5387842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24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00E-4A7B-06F4-A404-79F9E0E7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988BF-379E-D4EC-DF88-AC6B5C2D9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D59A3-911B-B931-1D1D-1CC0B5F38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F8F6F-98DC-16BF-0FF0-8FAA75EEE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A9D64-975A-B998-C50E-0C07D8D5D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71A9F-DAAD-C873-E6E5-94BBD446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8AC24-9315-F93E-8ED6-ED600B5A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78088-5292-6855-8FAD-560BEB83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91C5-8333-15BC-CF9E-6BDD9AEC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05C9F-4957-1A05-B747-DC69BCE7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A9C58-F1C6-BC47-3F68-A22F485C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8BA0C-F843-D0B9-0990-FB586B2F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DBF5D-2E67-0D93-CAF7-759C9CCD0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3F54F-1C08-E25B-FCDF-7C76F0CC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B0D42-6C09-58BF-46ED-921B42E0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5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14D5-EACF-56E9-98BC-F4EB03582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36761-E00B-E6A0-8164-F623E8993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F2F30-6545-8B6C-8484-09CA98280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051B2-5005-AEB9-DAB7-7BB66052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F43A6-8147-5335-0682-F2F7A280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5A23A-FC31-AAE4-6AA9-DB7F9C2A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86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80A2-905D-2B62-9379-8FFE7F7DF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887EB-30CC-29AF-57EF-B7A04E55F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0EB86-3596-530B-9FBB-6B6872043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2EED8-1C66-2C12-FEE4-ED5F7924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403CF-6D72-22A6-13FE-C713F7EB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F55EE-AA97-FBB8-0F2B-DAA9A3F1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0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1EF2-CD30-5855-3EC0-735CB2C2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4DFBF-B9EB-27BD-D672-A74CEA888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BDEC2-8DA7-3860-1C17-EC67D073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573C-F37D-5F39-5B02-F174339E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42E37-D243-E9A8-7DDA-F646E517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1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E1B59-2EC3-6570-B04A-32F45E0CB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B1B81-4E3F-2503-7E1C-91BB470C2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C390C-2E00-4C78-04E9-AD9A9902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065C-BBDA-3F24-050E-40A0BA80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A798-17B0-19DD-7263-C3792DE4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5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5913C-C3B9-F884-7166-C46BF849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5E79-C09B-731D-56B7-37251FFAA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E0023-3E03-D276-7B55-6E65CA44C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70B81-8D4F-47D3-8A2B-E07E9EDF9A28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63BE8-0020-5528-2BB0-9E2BB3212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817E1-2F76-553B-ACF6-D7A639689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D8F4E-1F58-4197-8560-D6B9980D3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4D0D-121A-DBE5-FABD-ED35F79E9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Ilya </a:t>
            </a:r>
            <a:r>
              <a:rPr lang="en-US" dirty="0" err="1"/>
              <a:t>Sutskever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D91C0-1BFA-128B-4E59-4620CCE03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Luke Jansen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1DDEF-547E-AB13-4503-1B6DA5035B28}"/>
              </a:ext>
            </a:extLst>
          </p:cNvPr>
          <p:cNvSpPr txBox="1"/>
          <p:nvPr/>
        </p:nvSpPr>
        <p:spPr>
          <a:xfrm>
            <a:off x="3048000" y="3249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 descr="Ilya Sutskever (@ilyasut) / Posts / X">
            <a:extLst>
              <a:ext uri="{FF2B5EF4-FFF2-40B4-BE49-F238E27FC236}">
                <a16:creationId xmlns:a16="http://schemas.microsoft.com/office/drawing/2014/main" id="{9711ACA1-1F6C-B375-D7CD-B4C43A7F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478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81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A988-BD26-65E3-9410-9CF0A4F5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Life and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D02B-CC7F-393F-3FD0-65EA97ADF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Born in the USSR – moved to Israel at 5 years – Toronto at 16 years</a:t>
            </a:r>
          </a:p>
          <a:p>
            <a:r>
              <a:rPr lang="en-US" dirty="0"/>
              <a:t>University of Toronto – B.S. Math, M.S., PhD. CS</a:t>
            </a:r>
          </a:p>
          <a:p>
            <a:r>
              <a:rPr lang="en-US" dirty="0"/>
              <a:t>Doctoral advisor was Geoffrey Hinton – (bio on Hinton)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65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B4C1-3A52-6A5A-1476-0BED4F58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AlexNet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8D613-7925-16F5-51C5-D79A3EBC8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</a:t>
            </a:r>
            <a:r>
              <a:rPr lang="en-US" dirty="0" err="1"/>
              <a:t>AlexNet</a:t>
            </a:r>
            <a:r>
              <a:rPr lang="en-US" dirty="0"/>
              <a:t> in collaboration with Geoffrey Hinton and Alex </a:t>
            </a:r>
            <a:r>
              <a:rPr lang="en-US" dirty="0" err="1"/>
              <a:t>Krizhevsky</a:t>
            </a:r>
            <a:endParaRPr lang="en-US" dirty="0"/>
          </a:p>
          <a:p>
            <a:pPr lvl="1"/>
            <a:r>
              <a:rPr lang="en-US" dirty="0"/>
              <a:t>First time using GPUs to train image recognition</a:t>
            </a:r>
          </a:p>
          <a:p>
            <a:pPr lvl="1"/>
            <a:r>
              <a:rPr lang="en-US" dirty="0"/>
              <a:t>Led to huge leap in AI research</a:t>
            </a:r>
          </a:p>
          <a:p>
            <a:r>
              <a:rPr lang="en-US" dirty="0"/>
              <a:t> Google Brain</a:t>
            </a:r>
          </a:p>
          <a:p>
            <a:pPr lvl="1"/>
            <a:r>
              <a:rPr lang="en-US" dirty="0"/>
              <a:t>Helped create the sequence-to-sequence learning algorithm </a:t>
            </a:r>
          </a:p>
          <a:p>
            <a:pPr lvl="1"/>
            <a:r>
              <a:rPr lang="en-US" dirty="0"/>
              <a:t>Worked on TensorFlow</a:t>
            </a:r>
          </a:p>
          <a:p>
            <a:pPr lvl="1"/>
            <a:r>
              <a:rPr lang="en-US" dirty="0"/>
              <a:t>Co-authored the AlphaGo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83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EB4-6C26-C24D-12CE-7CF6569D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2B003-8B88-744D-24B6-6D2B62397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Google in 2015 to cofound Open AI</a:t>
            </a:r>
          </a:p>
          <a:p>
            <a:r>
              <a:rPr lang="en-US" dirty="0"/>
              <a:t>Established OpenAI’s scaling ethos</a:t>
            </a:r>
          </a:p>
          <a:p>
            <a:r>
              <a:rPr lang="en-US" dirty="0"/>
              <a:t>Co-lead “superalignment” project</a:t>
            </a:r>
          </a:p>
          <a:p>
            <a:pPr lvl="1"/>
            <a:r>
              <a:rPr lang="en-US" dirty="0"/>
              <a:t>Tried to solve the alignment of superintelligences </a:t>
            </a:r>
          </a:p>
          <a:p>
            <a:r>
              <a:rPr lang="en-US" dirty="0"/>
              <a:t>After Sam Altman firing and rehire, he stepped down and founded Safe Superintelligence Inc.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67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9853-9C36-3A4A-F333-0BC50455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/ Current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2FCB-AE5B-3BBB-510B-D5DA55394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remainder of the presentation should focus on their key contributions to the field of CV. Talk about the person's influential ideas, papers, or projects and their impact.</a:t>
            </a:r>
          </a:p>
        </p:txBody>
      </p:sp>
    </p:spTree>
    <p:extLst>
      <p:ext uri="{BB962C8B-B14F-4D97-AF65-F5344CB8AC3E}">
        <p14:creationId xmlns:p14="http://schemas.microsoft.com/office/powerpoint/2010/main" val="2028631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Ilya Sutskever</vt:lpstr>
      <vt:lpstr>Early Life and Education</vt:lpstr>
      <vt:lpstr>AlexNet</vt:lpstr>
      <vt:lpstr>OpenAI</vt:lpstr>
      <vt:lpstr>Influence / Current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Jansen</dc:creator>
  <cp:lastModifiedBy>Luke Jansen</cp:lastModifiedBy>
  <cp:revision>1</cp:revision>
  <dcterms:created xsi:type="dcterms:W3CDTF">2026-06-12T16:51:52Z</dcterms:created>
  <dcterms:modified xsi:type="dcterms:W3CDTF">2026-06-12T16:53:24Z</dcterms:modified>
</cp:coreProperties>
</file>