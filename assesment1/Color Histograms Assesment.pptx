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4F85F4-6146-4670-8651-E708F72A927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397CEC-C549-4832-9F41-3A619C8FD7C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8EEB82-E828-476F-A954-B2D8B5F0CD9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AC4A07-DCF0-4615-A032-0B19CB643BF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14445D-0F83-4F42-BE6E-473882141B3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10C822-8A97-48C9-A87A-EDBF4A92EEF6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4CB72B-C235-4621-9D6C-32635D01B87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C0689F-5AA9-4814-863F-87243F4B249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DABB43-A4CD-4E87-99BF-BC1253E65F7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70723A-6EC4-41DC-8B10-EFB24D7CC80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F855BE-7900-4345-9B21-050AA6AEA50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E27E29-537E-4091-9503-A493DE0DD54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histograms: explain how to think about a 3D color histogram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Slides: clarity of expression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Slides: quality of examples/diagrams/figures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correctness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clarity of the explanation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quality of examples chosen for the purpose of teaching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you introduce yourself and your topic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make good use of your time and stay within the specified time limit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Presentation: the presentation aligns with and doesn't overlap significantly with related topics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Submission: includes a link to your video, a pdf of your slides, and a readme with your name, a reflection, and acknowledgement that includes how (if) you used an LLM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Color Histograms Primer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Groups continuous data into discrete bins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Visualizes what colors are dominant in an image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rcRect l="3539" t="0" r="2819" b="0"/>
          <a:stretch/>
        </p:blipFill>
        <p:spPr>
          <a:xfrm>
            <a:off x="2570760" y="3626640"/>
            <a:ext cx="1981800" cy="201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RGB Color Histograms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Three options: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Three 1D Histograms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Captures intensity and color ratio (chromaticity)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Does not capture spatial correlation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2D Chromaticity Histogram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Captures color ratio and spatial correlation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Does not capture intensity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3D “Cube” Histogram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rcRect l="3179" t="0" r="2519" b="0"/>
          <a:stretch/>
        </p:blipFill>
        <p:spPr>
          <a:xfrm>
            <a:off x="9781200" y="503280"/>
            <a:ext cx="1572120" cy="158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"/>
          <p:cNvPicPr/>
          <p:nvPr/>
        </p:nvPicPr>
        <p:blipFill>
          <a:blip r:embed="rId2"/>
          <a:srcRect l="3539" t="0" r="2819" b="0"/>
          <a:stretch/>
        </p:blipFill>
        <p:spPr>
          <a:xfrm>
            <a:off x="7516800" y="459360"/>
            <a:ext cx="1576080" cy="1603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3D “Cube Histogram”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Captures intensity, color ratio AND spatial correlation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More bins = more color resolution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Less bins = less computational effort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Noto Sans CJK SC"/>
              </a:rPr>
              <a:t>Biology argument: Human visual system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separates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brightness and color, reasonable to assume this is a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good thing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8675280" y="3443040"/>
            <a:ext cx="2875680" cy="284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Example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493920" y="2410200"/>
            <a:ext cx="7619760" cy="19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Why 3D Histograms? Biology Note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The Human visual system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Earth Movers Distance (1D):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(3D):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Histogram Intersection (1D):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	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(3D):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Features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LibreOffice/26.2.4.2$Linux_X86_64 LibreOffice_project/3346a99e6b841765b75a9b29714a5b95c6761ce3</Application>
  <AppVersion>15.0000</AppVersion>
  <Words>135</Words>
  <Paragraphs>13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2026-07-09T23:33:22Z</dcterms:created>
  <dc:creator>Luke Jansen</dc:creator>
  <dc:description/>
  <dc:language>en-US</dc:language>
  <cp:lastModifiedBy/>
  <dcterms:modified xsi:type="dcterms:W3CDTF">2026-07-10T10:27:27Z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